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6"/>
    <p:restoredTop sz="94753"/>
  </p:normalViewPr>
  <p:slideViewPr>
    <p:cSldViewPr snapToGrid="0">
      <p:cViewPr varScale="1">
        <p:scale>
          <a:sx n="111" d="100"/>
          <a:sy n="111" d="100"/>
        </p:scale>
        <p:origin x="8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3329-12AD-3CC9-9801-6E0952EB7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928D1-4BE9-BD07-A8F3-091446E9B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9C184-BCCB-08A5-6464-EF550FE8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CBFB6-6547-4CB1-E511-6A3B9F9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57E1D-1BCB-CE98-8A04-ACFA6FFF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7" name="Picture 6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81688331-8EAB-377B-7794-065A5F6983F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4136" y="333337"/>
            <a:ext cx="2253016" cy="64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7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0503-7801-0CEF-5313-4B79709C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605"/>
            <a:ext cx="10515600" cy="643083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1C79-270B-9E84-21FF-FC47D521E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47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08E38-7888-EB41-D3FD-E82DEEDB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0A93A-CAF6-710E-CD37-69A7F172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41CB-FED9-3D78-9FA5-4FE15DF7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24BE1B-77D5-4C3C-E7C0-12C7F4C8853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  <p:pic>
        <p:nvPicPr>
          <p:cNvPr id="8" name="Picture 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9DF21CC-7EC9-1FCF-120A-5DC5175418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3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8ABD-EA75-76B5-021F-FAF72FF8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15464"/>
            <a:ext cx="10515600" cy="2613025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E2207-CCCC-3677-44C1-961D14865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72764"/>
            <a:ext cx="10515600" cy="1769772"/>
          </a:xfrm>
        </p:spPr>
        <p:txBody>
          <a:bodyPr/>
          <a:lstStyle>
            <a:lvl1pPr marL="0" indent="0">
              <a:buNone/>
              <a:defRPr sz="2400">
                <a:solidFill>
                  <a:srgbClr val="15389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A212A-1BA5-B849-530E-AB24C18B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CB57C-201B-BCB2-6D07-240B26FC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3520D-CEEB-3339-FD66-7EB523F7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8" name="Picture 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499D7A1C-EEC8-B25A-8089-83F0A8849386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D6E9A-FF30-B81E-1CEB-E9EB7DB9BD8D}"/>
              </a:ext>
            </a:extLst>
          </p:cNvPr>
          <p:cNvPicPr>
            <a:picLocks/>
          </p:cNvPicPr>
          <p:nvPr userDrawn="1"/>
        </p:nvPicPr>
        <p:blipFill>
          <a:blip r:embed="rId4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4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C732-6F54-1C9D-FA88-345AFBF3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47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8234D-CD0A-F7C1-8DBD-24856D424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6695"/>
            <a:ext cx="5181600" cy="380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69009-A193-8353-9F98-D13550C0E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6695"/>
            <a:ext cx="5181600" cy="380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9F0AF-6A53-2336-DCBA-AC9765ED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3090A-E80D-E0E2-D357-82461085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27E4A-94A5-E002-2A01-D7B6D071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038DF0-1DF7-55D1-368C-20E60764D50F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2F32-0989-CC83-F12B-E79F851D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15818"/>
            <a:ext cx="10515600" cy="9748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ECCB-F134-4F2A-710C-3545D52A8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0ECA3-B67F-D989-159C-E941DF216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29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66464-A730-81CD-7277-0E050619A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96402-A6CD-3A2F-A443-4D50501BA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29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57140-E587-1196-BFA9-555DB7B5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B9F2F3-2594-A8ED-2D63-F56D8B59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D92BB-7CAB-0C5A-D84E-4B83605D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36FDB6-CC22-87DB-1386-66EA1D614247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0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1584-1668-8245-A72C-22AD5579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903"/>
            <a:ext cx="10515600" cy="8627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68BA5-22E3-8702-5B32-F6A051A4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419"/>
            <a:ext cx="27432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11F23-EBAC-0085-24D0-301679DC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6419"/>
            <a:ext cx="41148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708-8F72-81F8-6F21-E040DFE8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66419"/>
            <a:ext cx="27432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6" name="Picture 5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37E83500-897F-C483-465A-CFE22D8C18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0255" y="135018"/>
            <a:ext cx="1827489" cy="52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4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52C8A-AB99-2960-8460-ECA4563C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320C-3BD4-7A46-BB0D-DD06EFE4D1FD}" type="datetimeFigureOut">
              <a:t>1/21/2026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BF59D-270E-A4A4-EC95-90D89DAC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E6D90-6012-B11A-1E9F-15523E81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4534-DCC9-AC4A-9A73-8E199DA7669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6470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CF10-8FDB-25C6-C977-A2D3783C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1599F-915A-7BF1-AA24-82B67C9B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73670-68A1-7B2E-A704-FBF29750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1C8B7-0056-DADF-EBCC-D7C34FE6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320C-3BD4-7A46-BB0D-DD06EFE4D1FD}" type="datetimeFigureOut">
              <a:t>1/21/2026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389D1-E0AE-79C4-3720-71FE69B1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570F2-3286-BFCC-E23D-9A662C76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4534-DCC9-AC4A-9A73-8E199DA7669E}" type="slidenum">
              <a:t>‹#›</a:t>
            </a:fld>
            <a:endParaRPr lang="en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39C514-EDFD-BA61-6DE9-2912A0859D89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9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5F8D-08D0-CEC7-8FDD-6C28309E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72EF4-C6ED-DA53-EB88-4035D1213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1B85B-B625-788A-E411-6E61CAEC4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1AD7C-8DC3-023A-AAEF-64762DA5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320C-3BD4-7A46-BB0D-DD06EFE4D1FD}" type="datetimeFigureOut">
              <a:t>1/21/2026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C1E23-D432-5555-4464-4F21C14E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01AA-7DA1-9D0D-311E-97DCBC16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4534-DCC9-AC4A-9A73-8E199DA7669E}" type="slidenum">
              <a:t>‹#›</a:t>
            </a:fld>
            <a:endParaRPr lang="en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7F5FB-9867-827C-5865-C05ABA1B9DA1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4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1310-7263-A0F0-7E5F-6C9F6D0F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86D83-79BB-0D15-4734-C6FD0412D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0438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BFA15-EDA9-CB89-3684-0630FBD9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CF86F-DD53-E80A-166B-A19F955F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0A3-557C-D46E-28F0-6E672030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4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63EB6-40D1-3CD2-2BDD-FF1340FCE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628900" cy="5479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B6016-EBDE-559A-3946-A1B0F396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5479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BE942-8071-ADCF-1054-E6982B98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F0A8A-0F39-2EB5-0CE5-19BF9D0A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B33EC-96CD-4EF4-56C9-27C91DE5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427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3EE6-12D5-4EA1-FE5B-D3CEB57C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3227"/>
            <a:ext cx="514247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8AB10-94C8-57BF-4111-583D4667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3B493-9469-A0D9-8508-9985A8F8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E3ABF-5BA3-B4DA-B2F3-35CE40D4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7" name="Picture 6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F81D8CC6-65DA-88CE-976B-C090996F27F7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444136" y="333337"/>
            <a:ext cx="3301388" cy="9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7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C6E59-C27C-3F67-A6A0-26E79B30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C4D0C-2025-1CE4-B5B6-5EDACB94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10F2-1C82-8C19-DF26-F7277622F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fld id="{E626320C-3BD4-7A46-BB0D-DD06EFE4D1FD}" type="datetimeFigureOut">
              <a:rPr lang="en-VN"/>
              <a:pPr/>
              <a:t>01/21/2026</a:t>
            </a:fld>
            <a:endParaRPr lang="en-VN">
              <a:latin typeface="Bai Jamjuree Medium" pitchFamily="2" charset="-34"/>
              <a:cs typeface="Bai Jamjuree Medium" pitchFamily="2" charset="-34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6432B-12A8-B4CB-17C4-CC522D997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endParaRPr lang="en-VN">
              <a:latin typeface="Bai Jamjuree Medium" pitchFamily="2" charset="-34"/>
              <a:cs typeface="Bai Jamjuree Medium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02B41-1872-9DF2-D9BE-56D9242DA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Bai Jamjuree Medium" pitchFamily="2" charset="-34"/>
              <a:cs typeface="Bai Jamjuree Medium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6203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53898"/>
          </a:solidFill>
          <a:latin typeface="Bai Jamjuree" pitchFamily="2" charset="-34"/>
          <a:ea typeface="SF Pro Display" panose="02000000000000000000" pitchFamily="2" charset="0"/>
          <a:cs typeface="Bai Jamjuree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708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744FF7-A2DB-2C99-AE00-FF271486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892" y="1099105"/>
            <a:ext cx="5447905" cy="37876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D4317C-0A52-D236-025E-C71C487A6B9C}"/>
              </a:ext>
            </a:extLst>
          </p:cNvPr>
          <p:cNvSpPr txBox="1"/>
          <p:nvPr/>
        </p:nvSpPr>
        <p:spPr>
          <a:xfrm>
            <a:off x="6263893" y="4986068"/>
            <a:ext cx="5447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Hình</a:t>
            </a:r>
            <a:r>
              <a:rPr lang="en-US" dirty="0"/>
              <a:t> 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nhãn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65E0B2-096E-D69D-B9BE-B714455F0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0" y="1523756"/>
            <a:ext cx="5610129" cy="29383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C64FAB-4DA2-5012-6D9C-1CCB967DEB82}"/>
              </a:ext>
            </a:extLst>
          </p:cNvPr>
          <p:cNvSpPr txBox="1"/>
          <p:nvPr/>
        </p:nvSpPr>
        <p:spPr>
          <a:xfrm>
            <a:off x="241539" y="4886765"/>
            <a:ext cx="561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Hình</a:t>
            </a:r>
            <a:r>
              <a:rPr lang="en-US" dirty="0"/>
              <a:t> 1. Trang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EDB5A-DEDA-4910-7BBC-74127576E2F3}"/>
              </a:ext>
            </a:extLst>
          </p:cNvPr>
          <p:cNvSpPr txBox="1"/>
          <p:nvPr/>
        </p:nvSpPr>
        <p:spPr>
          <a:xfrm>
            <a:off x="414067" y="942098"/>
            <a:ext cx="3562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Crawl Data</a:t>
            </a:r>
          </a:p>
        </p:txBody>
      </p:sp>
    </p:spTree>
    <p:extLst>
      <p:ext uri="{BB962C8B-B14F-4D97-AF65-F5344CB8AC3E}">
        <p14:creationId xmlns:p14="http://schemas.microsoft.com/office/powerpoint/2010/main" val="1147234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24B32-F9F8-39D1-3AB0-92230DDCA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36" y="959666"/>
            <a:ext cx="4639683" cy="4699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1AE3E-0433-74F3-11A8-7BCD16060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81" y="1386278"/>
            <a:ext cx="5804729" cy="3846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6CEB64-16D0-B837-2B5A-5A1F8E678B06}"/>
              </a:ext>
            </a:extLst>
          </p:cNvPr>
          <p:cNvSpPr txBox="1"/>
          <p:nvPr/>
        </p:nvSpPr>
        <p:spPr>
          <a:xfrm>
            <a:off x="414067" y="942098"/>
            <a:ext cx="3562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Crawl Data</a:t>
            </a:r>
          </a:p>
        </p:txBody>
      </p:sp>
    </p:spTree>
    <p:extLst>
      <p:ext uri="{BB962C8B-B14F-4D97-AF65-F5344CB8AC3E}">
        <p14:creationId xmlns:p14="http://schemas.microsoft.com/office/powerpoint/2010/main" val="4158825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17DE20-553D-A72B-2563-995612F408F6}"/>
              </a:ext>
            </a:extLst>
          </p:cNvPr>
          <p:cNvSpPr txBox="1"/>
          <p:nvPr/>
        </p:nvSpPr>
        <p:spPr>
          <a:xfrm>
            <a:off x="414067" y="942098"/>
            <a:ext cx="3562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Crawl Data</a:t>
            </a:r>
          </a:p>
        </p:txBody>
      </p:sp>
    </p:spTree>
    <p:extLst>
      <p:ext uri="{BB962C8B-B14F-4D97-AF65-F5344CB8AC3E}">
        <p14:creationId xmlns:p14="http://schemas.microsoft.com/office/powerpoint/2010/main" val="72631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2022FA-8A6A-7D27-96AD-FAEA99B5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425C3B-0EE5-B2B0-350C-5BED73262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17133F-0FDC-C60A-0E34-E355E4E073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5E3E34-1D48-231B-F730-78D2829DB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D2EDF77-A318-06A9-7094-EB432801A9B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8747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97A662-73AA-08D1-355F-6481BF81F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5062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04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46EA-CE9C-4B0D-5DD0-8AF7FBDC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8A9F6-1BDF-31E7-E541-0EBCD3980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518C1-1612-7F8E-9298-C47007CFF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9598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38A70F-5488-3A91-755B-99D637E3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D4CA34-7EE3-73C7-5F3B-6491E61642AA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DF87B3-6F21-68FA-1761-CB4B940E8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58425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A71541-6A98-0C56-2769-C0D4F920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54626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27</Words>
  <Application>Microsoft Office PowerPoint</Application>
  <PresentationFormat>Widescreen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Bai Jamjuree</vt:lpstr>
      <vt:lpstr>Bai Jamjuree Medium</vt:lpstr>
      <vt:lpstr>SF Pro Display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Huỳnh Phú Vinh</dc:creator>
  <cp:lastModifiedBy>ADMIN</cp:lastModifiedBy>
  <cp:revision>8</cp:revision>
  <cp:lastPrinted>2025-11-21T02:35:42Z</cp:lastPrinted>
  <dcterms:created xsi:type="dcterms:W3CDTF">2025-11-21T01:36:52Z</dcterms:created>
  <dcterms:modified xsi:type="dcterms:W3CDTF">2026-01-21T10:22:58Z</dcterms:modified>
</cp:coreProperties>
</file>